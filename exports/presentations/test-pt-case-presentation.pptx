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1pPr>
    <a:lvl2pPr indent="228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2pPr>
    <a:lvl3pPr indent="457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3pPr>
    <a:lvl4pPr indent="685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4pPr>
    <a:lvl5pPr indent="9144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と日付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12" name="プレゼンテーションのタイトル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13" name="本文レベル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アボカドとライム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プレゼンテーションのタイトル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23" name="作者と日付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24" name="本文レベル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サーモンケーキ、サラダ、フムスが入ったボウル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スライドのタイトル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スライドのタイトル</a:t>
            </a:r>
          </a:p>
        </p:txBody>
      </p:sp>
      <p:sp>
        <p:nvSpPr>
          <p:cNvPr id="34" name="本文レベル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スライドのタイトル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43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44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61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パセリバター、煎りヘーゼルナッツ、削ったパルメザンチーズがかかったパッパルデッレパスタ1皿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6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7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7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8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8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セクションタイトル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r>
              <a:t>セクションタイトル</a:t>
            </a:r>
          </a:p>
        </p:txBody>
      </p:sp>
      <p:sp>
        <p:nvSpPr>
          <p:cNvPr id="92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10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10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議題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議題のタイトル</a:t>
            </a:r>
          </a:p>
        </p:txBody>
      </p:sp>
      <p:sp>
        <p:nvSpPr>
          <p:cNvPr id="109" name="議題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議題のサブタイトル</a:t>
            </a:r>
          </a:p>
        </p:txBody>
      </p:sp>
      <p:sp>
        <p:nvSpPr>
          <p:cNvPr id="110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議題のトピック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本文レベル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5pPr>
          </a:lstStyle>
          <a:p>
            <a:pPr/>
            <a:r>
              <a:t>ステートメント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本文レベル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ファクト情報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ファクト情報</a:t>
            </a:r>
          </a:p>
        </p:txBody>
      </p:sp>
      <p:sp>
        <p:nvSpPr>
          <p:cNvPr id="12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属性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属性</a:t>
            </a:r>
          </a:p>
        </p:txBody>
      </p:sp>
      <p:sp>
        <p:nvSpPr>
          <p:cNvPr id="136" name="本文レベル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/>
            </a:lvl1pPr>
            <a:lvl2pPr marL="638923" indent="-12700">
              <a:spcBef>
                <a:spcPts val="0"/>
              </a:spcBef>
              <a:buSzTx/>
              <a:buNone/>
              <a:defRPr spc="-170" sz="8500"/>
            </a:lvl2pPr>
            <a:lvl3pPr marL="638923" indent="444500">
              <a:spcBef>
                <a:spcPts val="0"/>
              </a:spcBef>
              <a:buSzTx/>
              <a:buNone/>
              <a:defRPr spc="-170" sz="8500"/>
            </a:lvl3pPr>
            <a:lvl4pPr marL="638923" indent="901700">
              <a:spcBef>
                <a:spcPts val="0"/>
              </a:spcBef>
              <a:buSzTx/>
              <a:buNone/>
              <a:defRPr spc="-170" sz="8500"/>
            </a:lvl4pPr>
            <a:lvl5pPr marL="638923" indent="1358900">
              <a:spcBef>
                <a:spcPts val="0"/>
              </a:spcBef>
              <a:buSzTx/>
              <a:buNone/>
              <a:defRPr spc="-170" sz="8500"/>
            </a:lvl5pPr>
          </a:lstStyle>
          <a:p>
            <a:pPr/>
            <a:r>
              <a:t>“重要な引用”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炒飯、ゆで卵、箸が添えられたボウル1杯のサラダ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サーモンケーキ、サラダ、フムスが入ったボウル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パセリバター、煎りヘーゼルナッツ、削ったパルメザンチーズがかかったパッパルデッレパスタ1皿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炒飯、ゆで卵、箸が添えられたボウル1杯のサラダ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スライドのタイトル</a:t>
            </a:r>
          </a:p>
        </p:txBody>
      </p:sp>
      <p:sp>
        <p:nvSpPr>
          <p:cNvPr id="3" name="本文レベル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11978411" y="13125399"/>
            <a:ext cx="414681" cy="330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PT Case Presentati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PT Case Presentation</a:t>
            </a:r>
          </a:p>
        </p:txBody>
      </p:sp>
      <p:sp>
        <p:nvSpPr>
          <p:cNvPr id="173" name="Initial Evaluation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 Evaluation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Case Overview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Case Overview</a:t>
            </a:r>
          </a:p>
        </p:txBody>
      </p:sp>
      <p:sp>
        <p:nvSpPr>
          <p:cNvPr id="177" name="• Diagnosis: ...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36575">
              <a:defRPr sz="3575"/>
            </a:pPr>
            <a:r>
              <a:t>• Diagnosis: ...</a:t>
            </a:r>
          </a:p>
          <a:p>
            <a:pPr defTabSz="536575">
              <a:defRPr sz="3575"/>
            </a:pPr>
            <a:r>
              <a:t>• Age / sex: ...</a:t>
            </a:r>
          </a:p>
          <a:p>
            <a:pPr defTabSz="536575">
              <a:defRPr sz="3575"/>
            </a:pPr>
            <a:r>
              <a:t>• Setting: 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