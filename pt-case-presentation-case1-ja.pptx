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ヒラギノ角ゴ ProN W3"/>
          <a:ea typeface="ヒラギノ角ゴ ProN W3"/>
          <a:cs typeface="ヒラギノ角ゴ ProN W3"/>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ヒラギノ角ゴ ProN W3"/>
          <a:ea typeface="ヒラギノ角ゴ ProN W3"/>
          <a:cs typeface="ヒラギノ角ゴ ProN W3"/>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ヒラギノ角ゴ ProN W3"/>
          <a:ea typeface="ヒラギノ角ゴ ProN W3"/>
          <a:cs typeface="ヒラギノ角ゴ ProN W3"/>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ヒラギノ角ゴ ProN W3"/>
          <a:ea typeface="ヒラギノ角ゴ ProN W3"/>
          <a:cs typeface="ヒラギノ角ゴ ProN W3"/>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ヒラギノ角ゴ ProN W3"/>
          <a:ea typeface="ヒラギノ角ゴ ProN W3"/>
          <a:cs typeface="ヒラギノ角ゴ ProN W3"/>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ヒラギノ角ゴ ProN W3"/>
          <a:ea typeface="ヒラギノ角ゴ ProN W3"/>
          <a:cs typeface="ヒラギノ角ゴ ProN W3"/>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ヒラギノ角ゴ ProN W3"/>
          <a:ea typeface="ヒラギノ角ゴ ProN W3"/>
          <a:cs typeface="ヒラギノ角ゴ ProN W3"/>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ヒラギノ角ゴ ProN W3"/>
          <a:ea typeface="ヒラギノ角ゴ ProN W3"/>
          <a:cs typeface="ヒラギノ角ゴ ProN W3"/>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ヒラギノ角ゴ ProN W3"/>
          <a:ea typeface="ヒラギノ角ゴ ProN W3"/>
          <a:cs typeface="ヒラギノ角ゴ ProN W3"/>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ヒラギノ角ゴ ProN W3"/>
          <a:ea typeface="ヒラギノ角ゴ ProN W3"/>
          <a:cs typeface="ヒラギノ角ゴ ProN W3"/>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ヒラギノ角ゴ ProN W3"/>
          <a:ea typeface="ヒラギノ角ゴ ProN W3"/>
          <a:cs typeface="ヒラギノ角ゴ ProN W3"/>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ヒラギノ角ゴ ProN W3"/>
          <a:ea typeface="ヒラギノ角ゴ ProN W3"/>
          <a:cs typeface="ヒラギノ角ゴ ProN W3"/>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ヒラギノ角ゴ ProN W3"/>
          <a:ea typeface="ヒラギノ角ゴ ProN W3"/>
          <a:cs typeface="ヒラギノ角ゴ ProN W3"/>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ヒラギノ角ゴ ProN W3"/>
        <a:ea typeface="ヒラギノ角ゴ ProN W3"/>
        <a:cs typeface="ヒラギノ角ゴ ProN W3"/>
        <a:sym typeface="ヒラギノ角ゴ ProN W3"/>
      </a:defRPr>
    </a:lvl1pPr>
    <a:lvl2pPr indent="228600" defTabSz="457200" latinLnBrk="0">
      <a:lnSpc>
        <a:spcPct val="117999"/>
      </a:lnSpc>
      <a:defRPr sz="2200">
        <a:latin typeface="ヒラギノ角ゴ ProN W3"/>
        <a:ea typeface="ヒラギノ角ゴ ProN W3"/>
        <a:cs typeface="ヒラギノ角ゴ ProN W3"/>
        <a:sym typeface="ヒラギノ角ゴ ProN W3"/>
      </a:defRPr>
    </a:lvl2pPr>
    <a:lvl3pPr indent="457200" defTabSz="457200" latinLnBrk="0">
      <a:lnSpc>
        <a:spcPct val="117999"/>
      </a:lnSpc>
      <a:defRPr sz="2200">
        <a:latin typeface="ヒラギノ角ゴ ProN W3"/>
        <a:ea typeface="ヒラギノ角ゴ ProN W3"/>
        <a:cs typeface="ヒラギノ角ゴ ProN W3"/>
        <a:sym typeface="ヒラギノ角ゴ ProN W3"/>
      </a:defRPr>
    </a:lvl3pPr>
    <a:lvl4pPr indent="685800" defTabSz="457200" latinLnBrk="0">
      <a:lnSpc>
        <a:spcPct val="117999"/>
      </a:lnSpc>
      <a:defRPr sz="2200">
        <a:latin typeface="ヒラギノ角ゴ ProN W3"/>
        <a:ea typeface="ヒラギノ角ゴ ProN W3"/>
        <a:cs typeface="ヒラギノ角ゴ ProN W3"/>
        <a:sym typeface="ヒラギノ角ゴ ProN W3"/>
      </a:defRPr>
    </a:lvl4pPr>
    <a:lvl5pPr indent="914400" defTabSz="457200" latinLnBrk="0">
      <a:lnSpc>
        <a:spcPct val="117999"/>
      </a:lnSpc>
      <a:defRPr sz="2200">
        <a:latin typeface="ヒラギノ角ゴ ProN W3"/>
        <a:ea typeface="ヒラギノ角ゴ ProN W3"/>
        <a:cs typeface="ヒラギノ角ゴ ProN W3"/>
        <a:sym typeface="ヒラギノ角ゴ ProN W3"/>
      </a:defRPr>
    </a:lvl5pPr>
    <a:lvl6pPr indent="1143000" defTabSz="457200" latinLnBrk="0">
      <a:lnSpc>
        <a:spcPct val="117999"/>
      </a:lnSpc>
      <a:defRPr sz="2200">
        <a:latin typeface="ヒラギノ角ゴ ProN W3"/>
        <a:ea typeface="ヒラギノ角ゴ ProN W3"/>
        <a:cs typeface="ヒラギノ角ゴ ProN W3"/>
        <a:sym typeface="ヒラギノ角ゴ ProN W3"/>
      </a:defRPr>
    </a:lvl6pPr>
    <a:lvl7pPr indent="1371600" defTabSz="457200" latinLnBrk="0">
      <a:lnSpc>
        <a:spcPct val="117999"/>
      </a:lnSpc>
      <a:defRPr sz="2200">
        <a:latin typeface="ヒラギノ角ゴ ProN W3"/>
        <a:ea typeface="ヒラギノ角ゴ ProN W3"/>
        <a:cs typeface="ヒラギノ角ゴ ProN W3"/>
        <a:sym typeface="ヒラギノ角ゴ ProN W3"/>
      </a:defRPr>
    </a:lvl7pPr>
    <a:lvl8pPr indent="1600200" defTabSz="457200" latinLnBrk="0">
      <a:lnSpc>
        <a:spcPct val="117999"/>
      </a:lnSpc>
      <a:defRPr sz="2200">
        <a:latin typeface="ヒラギノ角ゴ ProN W3"/>
        <a:ea typeface="ヒラギノ角ゴ ProN W3"/>
        <a:cs typeface="ヒラギノ角ゴ ProN W3"/>
        <a:sym typeface="ヒラギノ角ゴ ProN W3"/>
      </a:defRPr>
    </a:lvl8pPr>
    <a:lvl9pPr indent="1828800" defTabSz="457200" latinLnBrk="0">
      <a:lnSpc>
        <a:spcPct val="117999"/>
      </a:lnSpc>
      <a:defRPr sz="2200">
        <a:latin typeface="ヒラギノ角ゴ ProN W3"/>
        <a:ea typeface="ヒラギノ角ゴ ProN W3"/>
        <a:cs typeface="ヒラギノ角ゴ ProN W3"/>
        <a:sym typeface="ヒラギノ角ゴ ProN W3"/>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タイトル">
    <p:spTree>
      <p:nvGrpSpPr>
        <p:cNvPr id="1" name=""/>
        <p:cNvGrpSpPr/>
        <p:nvPr/>
      </p:nvGrpSpPr>
      <p:grpSpPr>
        <a:xfrm>
          <a:off x="0" y="0"/>
          <a:ext cx="0" cy="0"/>
          <a:chOff x="0" y="0"/>
          <a:chExt cx="0" cy="0"/>
        </a:xfrm>
      </p:grpSpPr>
      <p:sp>
        <p:nvSpPr>
          <p:cNvPr id="11" name="作者と日付"/>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a:latin typeface="+mn-lt"/>
                <a:ea typeface="+mn-ea"/>
                <a:cs typeface="+mn-cs"/>
                <a:sym typeface="ヒラギノ角ゴ ProN W6"/>
              </a:defRPr>
            </a:lvl1pPr>
          </a:lstStyle>
          <a:p>
            <a:pPr/>
            <a:r>
              <a:t>作者と日付</a:t>
            </a:r>
          </a:p>
        </p:txBody>
      </p:sp>
      <p:sp>
        <p:nvSpPr>
          <p:cNvPr id="12" name="プレゼンテーションのタイトル"/>
          <p:cNvSpPr txBox="1"/>
          <p:nvPr>
            <p:ph type="title" hasCustomPrompt="1"/>
          </p:nvPr>
        </p:nvSpPr>
        <p:spPr>
          <a:xfrm>
            <a:off x="1206496" y="2574991"/>
            <a:ext cx="21971004" cy="4648201"/>
          </a:xfrm>
          <a:prstGeom prst="rect">
            <a:avLst/>
          </a:prstGeom>
        </p:spPr>
        <p:txBody>
          <a:bodyPr anchor="b"/>
          <a:lstStyle>
            <a:lvl1pPr>
              <a:defRPr spc="-232" sz="11600"/>
            </a:lvl1pPr>
          </a:lstStyle>
          <a:p>
            <a:pPr/>
            <a:r>
              <a:t>プレゼンテーションのタイトル</a:t>
            </a:r>
          </a:p>
        </p:txBody>
      </p:sp>
      <p:sp>
        <p:nvSpPr>
          <p:cNvPr id="13" name="本文レベル1…"/>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a:latin typeface="+mn-lt"/>
                <a:ea typeface="+mn-ea"/>
                <a:cs typeface="+mn-cs"/>
                <a:sym typeface="ヒラギノ角ゴ ProN W6"/>
              </a:defRPr>
            </a:lvl1pPr>
            <a:lvl2pPr marL="0" indent="457200" defTabSz="825500">
              <a:lnSpc>
                <a:spcPct val="100000"/>
              </a:lnSpc>
              <a:spcBef>
                <a:spcPts val="0"/>
              </a:spcBef>
              <a:buSzTx/>
              <a:buNone/>
              <a:defRPr sz="5500">
                <a:latin typeface="+mn-lt"/>
                <a:ea typeface="+mn-ea"/>
                <a:cs typeface="+mn-cs"/>
                <a:sym typeface="ヒラギノ角ゴ ProN W6"/>
              </a:defRPr>
            </a:lvl2pPr>
            <a:lvl3pPr marL="0" indent="914400" defTabSz="825500">
              <a:lnSpc>
                <a:spcPct val="100000"/>
              </a:lnSpc>
              <a:spcBef>
                <a:spcPts val="0"/>
              </a:spcBef>
              <a:buSzTx/>
              <a:buNone/>
              <a:defRPr sz="5500">
                <a:latin typeface="+mn-lt"/>
                <a:ea typeface="+mn-ea"/>
                <a:cs typeface="+mn-cs"/>
                <a:sym typeface="ヒラギノ角ゴ ProN W6"/>
              </a:defRPr>
            </a:lvl3pPr>
            <a:lvl4pPr marL="0" indent="1371600" defTabSz="825500">
              <a:lnSpc>
                <a:spcPct val="100000"/>
              </a:lnSpc>
              <a:spcBef>
                <a:spcPts val="0"/>
              </a:spcBef>
              <a:buSzTx/>
              <a:buNone/>
              <a:defRPr sz="5500">
                <a:latin typeface="+mn-lt"/>
                <a:ea typeface="+mn-ea"/>
                <a:cs typeface="+mn-cs"/>
                <a:sym typeface="ヒラギノ角ゴ ProN W6"/>
              </a:defRPr>
            </a:lvl4pPr>
            <a:lvl5pPr marL="0" indent="1828800" defTabSz="825500">
              <a:lnSpc>
                <a:spcPct val="100000"/>
              </a:lnSpc>
              <a:spcBef>
                <a:spcPts val="0"/>
              </a:spcBef>
              <a:buSzTx/>
              <a:buNone/>
              <a:defRPr sz="5500">
                <a:latin typeface="+mn-lt"/>
                <a:ea typeface="+mn-ea"/>
                <a:cs typeface="+mn-cs"/>
                <a:sym typeface="ヒラギノ角ゴ ProN W6"/>
              </a:defRPr>
            </a:lvl5pPr>
          </a:lstStyle>
          <a:p>
            <a:pPr/>
            <a:r>
              <a:t>プレゼンテーションのサブタイトル</a:t>
            </a:r>
          </a:p>
          <a:p>
            <a:pPr lvl="1"/>
            <a:r>
              <a:t/>
            </a:r>
          </a:p>
          <a:p>
            <a:pPr lvl="2"/>
            <a:r>
              <a:t/>
            </a:r>
          </a:p>
          <a:p>
            <a:pPr lvl="3"/>
            <a:r>
              <a:t/>
            </a:r>
          </a:p>
          <a:p>
            <a:pPr lvl="4"/>
            <a:r>
              <a:t/>
            </a:r>
          </a:p>
        </p:txBody>
      </p:sp>
      <p:sp>
        <p:nvSpPr>
          <p:cNvPr id="14"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amp;画像">
    <p:spTree>
      <p:nvGrpSpPr>
        <p:cNvPr id="1" name=""/>
        <p:cNvGrpSpPr/>
        <p:nvPr/>
      </p:nvGrpSpPr>
      <p:grpSpPr>
        <a:xfrm>
          <a:off x="0" y="0"/>
          <a:ext cx="0" cy="0"/>
          <a:chOff x="0" y="0"/>
          <a:chExt cx="0" cy="0"/>
        </a:xfrm>
      </p:grpSpPr>
      <p:sp>
        <p:nvSpPr>
          <p:cNvPr id="21" name="アボカドとライム"/>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プレゼンテーションのタイトル"/>
          <p:cNvSpPr txBox="1"/>
          <p:nvPr>
            <p:ph type="title" hasCustomPrompt="1"/>
          </p:nvPr>
        </p:nvSpPr>
        <p:spPr>
          <a:xfrm>
            <a:off x="1206500" y="7124700"/>
            <a:ext cx="21971000" cy="4648200"/>
          </a:xfrm>
          <a:prstGeom prst="rect">
            <a:avLst/>
          </a:prstGeom>
        </p:spPr>
        <p:txBody>
          <a:bodyPr anchor="b"/>
          <a:lstStyle>
            <a:lvl1pPr>
              <a:defRPr spc="-232" sz="11600"/>
            </a:lvl1pPr>
          </a:lstStyle>
          <a:p>
            <a:pPr/>
            <a:r>
              <a:t>プレゼンテーションのタイトル</a:t>
            </a:r>
          </a:p>
        </p:txBody>
      </p:sp>
      <p:sp>
        <p:nvSpPr>
          <p:cNvPr id="23" name="作者と日付"/>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a:latin typeface="+mn-lt"/>
                <a:ea typeface="+mn-ea"/>
                <a:cs typeface="+mn-cs"/>
                <a:sym typeface="ヒラギノ角ゴ ProN W6"/>
              </a:defRPr>
            </a:lvl1pPr>
          </a:lstStyle>
          <a:p>
            <a:pPr/>
            <a:r>
              <a:t>作者と日付</a:t>
            </a:r>
          </a:p>
        </p:txBody>
      </p:sp>
      <p:sp>
        <p:nvSpPr>
          <p:cNvPr id="24" name="本文レベル1…"/>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a:latin typeface="+mn-lt"/>
                <a:ea typeface="+mn-ea"/>
                <a:cs typeface="+mn-cs"/>
                <a:sym typeface="ヒラギノ角ゴ ProN W6"/>
              </a:defRPr>
            </a:lvl1pPr>
            <a:lvl2pPr marL="0" indent="457200" defTabSz="825500">
              <a:lnSpc>
                <a:spcPct val="100000"/>
              </a:lnSpc>
              <a:spcBef>
                <a:spcPts val="0"/>
              </a:spcBef>
              <a:buSzTx/>
              <a:buNone/>
              <a:defRPr sz="5500">
                <a:latin typeface="+mn-lt"/>
                <a:ea typeface="+mn-ea"/>
                <a:cs typeface="+mn-cs"/>
                <a:sym typeface="ヒラギノ角ゴ ProN W6"/>
              </a:defRPr>
            </a:lvl2pPr>
            <a:lvl3pPr marL="0" indent="914400" defTabSz="825500">
              <a:lnSpc>
                <a:spcPct val="100000"/>
              </a:lnSpc>
              <a:spcBef>
                <a:spcPts val="0"/>
              </a:spcBef>
              <a:buSzTx/>
              <a:buNone/>
              <a:defRPr sz="5500">
                <a:latin typeface="+mn-lt"/>
                <a:ea typeface="+mn-ea"/>
                <a:cs typeface="+mn-cs"/>
                <a:sym typeface="ヒラギノ角ゴ ProN W6"/>
              </a:defRPr>
            </a:lvl3pPr>
            <a:lvl4pPr marL="0" indent="1371600" defTabSz="825500">
              <a:lnSpc>
                <a:spcPct val="100000"/>
              </a:lnSpc>
              <a:spcBef>
                <a:spcPts val="0"/>
              </a:spcBef>
              <a:buSzTx/>
              <a:buNone/>
              <a:defRPr sz="5500">
                <a:latin typeface="+mn-lt"/>
                <a:ea typeface="+mn-ea"/>
                <a:cs typeface="+mn-cs"/>
                <a:sym typeface="ヒラギノ角ゴ ProN W6"/>
              </a:defRPr>
            </a:lvl4pPr>
            <a:lvl5pPr marL="0" indent="1828800" defTabSz="825500">
              <a:lnSpc>
                <a:spcPct val="100000"/>
              </a:lnSpc>
              <a:spcBef>
                <a:spcPts val="0"/>
              </a:spcBef>
              <a:buSzTx/>
              <a:buNone/>
              <a:defRPr sz="5500">
                <a:latin typeface="+mn-lt"/>
                <a:ea typeface="+mn-ea"/>
                <a:cs typeface="+mn-cs"/>
                <a:sym typeface="ヒラギノ角ゴ ProN W6"/>
              </a:defRPr>
            </a:lvl5pPr>
          </a:lstStyle>
          <a:p>
            <a:pPr/>
            <a:r>
              <a:t>プレゼンテーションのサブタイトル</a:t>
            </a:r>
          </a:p>
          <a:p>
            <a:pPr lvl="1"/>
            <a:r>
              <a:t/>
            </a:r>
          </a:p>
          <a:p>
            <a:pPr lvl="2"/>
            <a:r>
              <a:t/>
            </a:r>
          </a:p>
          <a:p>
            <a:pPr lvl="3"/>
            <a:r>
              <a:t/>
            </a:r>
          </a:p>
          <a:p>
            <a:pPr lvl="4"/>
            <a:r>
              <a:t/>
            </a:r>
          </a:p>
        </p:txBody>
      </p:sp>
      <p:sp>
        <p:nvSpPr>
          <p:cNvPr id="25"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amp;画像（代替）">
    <p:spTree>
      <p:nvGrpSpPr>
        <p:cNvPr id="1" name=""/>
        <p:cNvGrpSpPr/>
        <p:nvPr/>
      </p:nvGrpSpPr>
      <p:grpSpPr>
        <a:xfrm>
          <a:off x="0" y="0"/>
          <a:ext cx="0" cy="0"/>
          <a:chOff x="0" y="0"/>
          <a:chExt cx="0" cy="0"/>
        </a:xfrm>
      </p:grpSpPr>
      <p:sp>
        <p:nvSpPr>
          <p:cNvPr id="32" name="サーモンケーキ、サラダ、フムスが入ったボウル"/>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スライドのタイトル"/>
          <p:cNvSpPr txBox="1"/>
          <p:nvPr>
            <p:ph type="title" hasCustomPrompt="1"/>
          </p:nvPr>
        </p:nvSpPr>
        <p:spPr>
          <a:xfrm>
            <a:off x="1206500" y="1270000"/>
            <a:ext cx="9779000" cy="5882273"/>
          </a:xfrm>
          <a:prstGeom prst="rect">
            <a:avLst/>
          </a:prstGeom>
        </p:spPr>
        <p:txBody>
          <a:bodyPr anchor="b"/>
          <a:lstStyle/>
          <a:p>
            <a:pPr/>
            <a:r>
              <a:t>スライドのタイトル</a:t>
            </a:r>
          </a:p>
        </p:txBody>
      </p:sp>
      <p:sp>
        <p:nvSpPr>
          <p:cNvPr id="34" name="本文レベル1…"/>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a:latin typeface="+mn-lt"/>
                <a:ea typeface="+mn-ea"/>
                <a:cs typeface="+mn-cs"/>
                <a:sym typeface="ヒラギノ角ゴ ProN W6"/>
              </a:defRPr>
            </a:lvl1pPr>
            <a:lvl2pPr marL="0" indent="457200" defTabSz="825500">
              <a:lnSpc>
                <a:spcPct val="100000"/>
              </a:lnSpc>
              <a:spcBef>
                <a:spcPts val="0"/>
              </a:spcBef>
              <a:buSzTx/>
              <a:buNone/>
              <a:defRPr sz="5500">
                <a:latin typeface="+mn-lt"/>
                <a:ea typeface="+mn-ea"/>
                <a:cs typeface="+mn-cs"/>
                <a:sym typeface="ヒラギノ角ゴ ProN W6"/>
              </a:defRPr>
            </a:lvl2pPr>
            <a:lvl3pPr marL="0" indent="914400" defTabSz="825500">
              <a:lnSpc>
                <a:spcPct val="100000"/>
              </a:lnSpc>
              <a:spcBef>
                <a:spcPts val="0"/>
              </a:spcBef>
              <a:buSzTx/>
              <a:buNone/>
              <a:defRPr sz="5500">
                <a:latin typeface="+mn-lt"/>
                <a:ea typeface="+mn-ea"/>
                <a:cs typeface="+mn-cs"/>
                <a:sym typeface="ヒラギノ角ゴ ProN W6"/>
              </a:defRPr>
            </a:lvl3pPr>
            <a:lvl4pPr marL="0" indent="1371600" defTabSz="825500">
              <a:lnSpc>
                <a:spcPct val="100000"/>
              </a:lnSpc>
              <a:spcBef>
                <a:spcPts val="0"/>
              </a:spcBef>
              <a:buSzTx/>
              <a:buNone/>
              <a:defRPr sz="5500">
                <a:latin typeface="+mn-lt"/>
                <a:ea typeface="+mn-ea"/>
                <a:cs typeface="+mn-cs"/>
                <a:sym typeface="ヒラギノ角ゴ ProN W6"/>
              </a:defRPr>
            </a:lvl4pPr>
            <a:lvl5pPr marL="0" indent="1828800" defTabSz="825500">
              <a:lnSpc>
                <a:spcPct val="100000"/>
              </a:lnSpc>
              <a:spcBef>
                <a:spcPts val="0"/>
              </a:spcBef>
              <a:buSzTx/>
              <a:buNone/>
              <a:defRPr sz="5500">
                <a:latin typeface="+mn-lt"/>
                <a:ea typeface="+mn-ea"/>
                <a:cs typeface="+mn-cs"/>
                <a:sym typeface="ヒラギノ角ゴ ProN W6"/>
              </a:defRPr>
            </a:lvl5pPr>
          </a:lstStyle>
          <a:p>
            <a:pPr/>
            <a:r>
              <a:t>スライドのサブタイトル</a:t>
            </a:r>
          </a:p>
          <a:p>
            <a:pPr lvl="1"/>
            <a:r>
              <a:t/>
            </a:r>
          </a:p>
          <a:p>
            <a:pPr lvl="2"/>
            <a:r>
              <a:t/>
            </a:r>
          </a:p>
          <a:p>
            <a:pPr lvl="3"/>
            <a:r>
              <a:t/>
            </a:r>
          </a:p>
          <a:p>
            <a:pPr lvl="4"/>
            <a:r>
              <a:t/>
            </a:r>
          </a:p>
        </p:txBody>
      </p:sp>
      <p:sp>
        <p:nvSpPr>
          <p:cNvPr id="35" name="スライド番号"/>
          <p:cNvSpPr txBox="1"/>
          <p:nvPr>
            <p:ph type="sldNum" sz="quarter" idx="2"/>
          </p:nvPr>
        </p:nvSpPr>
        <p:spPr>
          <a:xfrm>
            <a:off x="11978411" y="13129632"/>
            <a:ext cx="414681" cy="3302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amp;箇条書き">
    <p:spTree>
      <p:nvGrpSpPr>
        <p:cNvPr id="1" name=""/>
        <p:cNvGrpSpPr/>
        <p:nvPr/>
      </p:nvGrpSpPr>
      <p:grpSpPr>
        <a:xfrm>
          <a:off x="0" y="0"/>
          <a:ext cx="0" cy="0"/>
          <a:chOff x="0" y="0"/>
          <a:chExt cx="0" cy="0"/>
        </a:xfrm>
      </p:grpSpPr>
      <p:sp>
        <p:nvSpPr>
          <p:cNvPr id="42" name="スライドのタイトル"/>
          <p:cNvSpPr txBox="1"/>
          <p:nvPr>
            <p:ph type="title" hasCustomPrompt="1"/>
          </p:nvPr>
        </p:nvSpPr>
        <p:spPr>
          <a:prstGeom prst="rect">
            <a:avLst/>
          </a:prstGeom>
        </p:spPr>
        <p:txBody>
          <a:bodyPr/>
          <a:lstStyle/>
          <a:p>
            <a:pPr/>
            <a:r>
              <a:t>スライドのタイトル</a:t>
            </a:r>
          </a:p>
        </p:txBody>
      </p:sp>
      <p:sp>
        <p:nvSpPr>
          <p:cNvPr id="43" name="スライドのサブタイトル"/>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スライドのサブタイトル</a:t>
            </a:r>
          </a:p>
        </p:txBody>
      </p:sp>
      <p:sp>
        <p:nvSpPr>
          <p:cNvPr id="44" name="本文レベル1…"/>
          <p:cNvSpPr txBox="1"/>
          <p:nvPr>
            <p:ph type="body" idx="1" hasCustomPrompt="1"/>
          </p:nvPr>
        </p:nvSpPr>
        <p:spPr>
          <a:prstGeom prst="rect">
            <a:avLst/>
          </a:prstGeom>
        </p:spPr>
        <p:txBody>
          <a:bodyPr/>
          <a:lstStyle/>
          <a:p>
            <a:pPr/>
            <a:r>
              <a:t>スライドの箇条書きテキスト</a:t>
            </a:r>
          </a:p>
          <a:p>
            <a:pPr lvl="1"/>
            <a:r>
              <a:t/>
            </a:r>
          </a:p>
          <a:p>
            <a:pPr lvl="2"/>
            <a:r>
              <a:t/>
            </a:r>
          </a:p>
          <a:p>
            <a:pPr lvl="3"/>
            <a:r>
              <a:t/>
            </a:r>
          </a:p>
          <a:p>
            <a:pPr lvl="4"/>
            <a:r>
              <a:t/>
            </a:r>
          </a:p>
        </p:txBody>
      </p:sp>
      <p:sp>
        <p:nvSpPr>
          <p:cNvPr id="45"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箇条書き">
    <p:spTree>
      <p:nvGrpSpPr>
        <p:cNvPr id="1" name=""/>
        <p:cNvGrpSpPr/>
        <p:nvPr/>
      </p:nvGrpSpPr>
      <p:grpSpPr>
        <a:xfrm>
          <a:off x="0" y="0"/>
          <a:ext cx="0" cy="0"/>
          <a:chOff x="0" y="0"/>
          <a:chExt cx="0" cy="0"/>
        </a:xfrm>
      </p:grpSpPr>
      <p:sp>
        <p:nvSpPr>
          <p:cNvPr id="52" name="本文レベル1…"/>
          <p:cNvSpPr txBox="1"/>
          <p:nvPr>
            <p:ph type="body" idx="1" hasCustomPrompt="1"/>
          </p:nvPr>
        </p:nvSpPr>
        <p:spPr>
          <a:prstGeom prst="rect">
            <a:avLst/>
          </a:prstGeom>
        </p:spPr>
        <p:txBody>
          <a:bodyPr numCol="2" spcCol="1098550"/>
          <a:lstStyle/>
          <a:p>
            <a:pPr/>
            <a:r>
              <a:t>スライドの箇条書きテキスト</a:t>
            </a:r>
          </a:p>
          <a:p>
            <a:pPr lvl="1"/>
            <a:r>
              <a:t/>
            </a:r>
          </a:p>
          <a:p>
            <a:pPr lvl="2"/>
            <a:r>
              <a:t/>
            </a:r>
          </a:p>
          <a:p>
            <a:pPr lvl="3"/>
            <a:r>
              <a:t/>
            </a:r>
          </a:p>
          <a:p>
            <a:pPr lvl="4"/>
            <a:r>
              <a:t/>
            </a:r>
          </a:p>
        </p:txBody>
      </p:sp>
      <p:sp>
        <p:nvSpPr>
          <p:cNvPr id="53"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箇条書き、画像">
    <p:spTree>
      <p:nvGrpSpPr>
        <p:cNvPr id="1" name=""/>
        <p:cNvGrpSpPr/>
        <p:nvPr/>
      </p:nvGrpSpPr>
      <p:grpSpPr>
        <a:xfrm>
          <a:off x="0" y="0"/>
          <a:ext cx="0" cy="0"/>
          <a:chOff x="0" y="0"/>
          <a:chExt cx="0" cy="0"/>
        </a:xfrm>
      </p:grpSpPr>
      <p:sp>
        <p:nvSpPr>
          <p:cNvPr id="60" name="スライドのサブタイトル"/>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スライドのサブタイトル</a:t>
            </a:r>
          </a:p>
        </p:txBody>
      </p:sp>
      <p:sp>
        <p:nvSpPr>
          <p:cNvPr id="61" name="本文レベル1…"/>
          <p:cNvSpPr txBox="1"/>
          <p:nvPr>
            <p:ph type="body" sz="half" idx="1" hasCustomPrompt="1"/>
          </p:nvPr>
        </p:nvSpPr>
        <p:spPr>
          <a:xfrm>
            <a:off x="1206500" y="4248504"/>
            <a:ext cx="9779000" cy="8256630"/>
          </a:xfrm>
          <a:prstGeom prst="rect">
            <a:avLst/>
          </a:prstGeom>
        </p:spPr>
        <p:txBody>
          <a:bodyPr/>
          <a:lstStyle/>
          <a:p>
            <a:pPr/>
            <a:r>
              <a:t>スライドの箇条書きテキスト</a:t>
            </a:r>
          </a:p>
          <a:p>
            <a:pPr lvl="1"/>
            <a:r>
              <a:t/>
            </a:r>
          </a:p>
          <a:p>
            <a:pPr lvl="2"/>
            <a:r>
              <a:t/>
            </a:r>
          </a:p>
          <a:p>
            <a:pPr lvl="3"/>
            <a:r>
              <a:t/>
            </a:r>
          </a:p>
          <a:p>
            <a:pPr lvl="4"/>
            <a:r>
              <a:t/>
            </a:r>
          </a:p>
        </p:txBody>
      </p:sp>
      <p:sp>
        <p:nvSpPr>
          <p:cNvPr id="62" name="パセリバター、煎りヘーゼルナッツ、削ったパルメザンチーズがかかったパッパルデッレパスタ1皿"/>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スライドのタイトル"/>
          <p:cNvSpPr txBox="1"/>
          <p:nvPr>
            <p:ph type="title" hasCustomPrompt="1"/>
          </p:nvPr>
        </p:nvSpPr>
        <p:spPr>
          <a:xfrm>
            <a:off x="1206500" y="1079500"/>
            <a:ext cx="9779000" cy="1435100"/>
          </a:xfrm>
          <a:prstGeom prst="rect">
            <a:avLst/>
          </a:prstGeom>
        </p:spPr>
        <p:txBody>
          <a:bodyPr/>
          <a:lstStyle/>
          <a:p>
            <a:pPr/>
            <a:r>
              <a:t>スライドのタイトル</a:t>
            </a:r>
          </a:p>
        </p:txBody>
      </p:sp>
      <p:sp>
        <p:nvSpPr>
          <p:cNvPr id="64"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箇条書き、ライブビデオ（小）">
    <p:spTree>
      <p:nvGrpSpPr>
        <p:cNvPr id="1" name=""/>
        <p:cNvGrpSpPr/>
        <p:nvPr/>
      </p:nvGrpSpPr>
      <p:grpSpPr>
        <a:xfrm>
          <a:off x="0" y="0"/>
          <a:ext cx="0" cy="0"/>
          <a:chOff x="0" y="0"/>
          <a:chExt cx="0" cy="0"/>
        </a:xfrm>
      </p:grpSpPr>
      <p:sp>
        <p:nvSpPr>
          <p:cNvPr id="71" name="スライドのサブタイトル"/>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スライドのサブタイトル</a:t>
            </a:r>
          </a:p>
        </p:txBody>
      </p:sp>
      <p:sp>
        <p:nvSpPr>
          <p:cNvPr id="72" name="本文レベル1…"/>
          <p:cNvSpPr txBox="1"/>
          <p:nvPr>
            <p:ph type="body" sz="half" idx="1" hasCustomPrompt="1"/>
          </p:nvPr>
        </p:nvSpPr>
        <p:spPr>
          <a:xfrm>
            <a:off x="1206500" y="4248504"/>
            <a:ext cx="9779000" cy="8256630"/>
          </a:xfrm>
          <a:prstGeom prst="rect">
            <a:avLst/>
          </a:prstGeom>
        </p:spPr>
        <p:txBody>
          <a:bodyPr/>
          <a:lstStyle/>
          <a:p>
            <a:pPr/>
            <a:r>
              <a:t>スライドの箇条書きテキスト</a:t>
            </a:r>
          </a:p>
          <a:p>
            <a:pPr lvl="1"/>
            <a:r>
              <a:t/>
            </a:r>
          </a:p>
          <a:p>
            <a:pPr lvl="2"/>
            <a:r>
              <a:t/>
            </a:r>
          </a:p>
          <a:p>
            <a:pPr lvl="3"/>
            <a:r>
              <a:t/>
            </a:r>
          </a:p>
          <a:p>
            <a:pPr lvl="4"/>
            <a:r>
              <a:t/>
            </a:r>
          </a:p>
        </p:txBody>
      </p:sp>
      <p:sp>
        <p:nvSpPr>
          <p:cNvPr id="73" name="スライドのタイトル"/>
          <p:cNvSpPr txBox="1"/>
          <p:nvPr>
            <p:ph type="title" hasCustomPrompt="1"/>
          </p:nvPr>
        </p:nvSpPr>
        <p:spPr>
          <a:xfrm>
            <a:off x="1206500" y="1079500"/>
            <a:ext cx="9779000" cy="1435100"/>
          </a:xfrm>
          <a:prstGeom prst="rect">
            <a:avLst/>
          </a:prstGeom>
        </p:spPr>
        <p:txBody>
          <a:bodyPr/>
          <a:lstStyle/>
          <a:p>
            <a:pPr/>
            <a:r>
              <a:t>スライドのタイトル</a:t>
            </a:r>
          </a:p>
        </p:txBody>
      </p:sp>
      <p:sp>
        <p:nvSpPr>
          <p:cNvPr id="74"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箇条書き、ライブビデオ（大）">
    <p:spTree>
      <p:nvGrpSpPr>
        <p:cNvPr id="1" name=""/>
        <p:cNvGrpSpPr/>
        <p:nvPr/>
      </p:nvGrpSpPr>
      <p:grpSpPr>
        <a:xfrm>
          <a:off x="0" y="0"/>
          <a:ext cx="0" cy="0"/>
          <a:chOff x="0" y="0"/>
          <a:chExt cx="0" cy="0"/>
        </a:xfrm>
      </p:grpSpPr>
      <p:sp>
        <p:nvSpPr>
          <p:cNvPr id="81" name="スライドのサブタイトル"/>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スライドのサブタイトル</a:t>
            </a:r>
          </a:p>
        </p:txBody>
      </p:sp>
      <p:sp>
        <p:nvSpPr>
          <p:cNvPr id="82" name="本文レベル1…"/>
          <p:cNvSpPr txBox="1"/>
          <p:nvPr>
            <p:ph type="body" sz="half" idx="1" hasCustomPrompt="1"/>
          </p:nvPr>
        </p:nvSpPr>
        <p:spPr>
          <a:xfrm>
            <a:off x="1206500" y="4248504"/>
            <a:ext cx="9779000" cy="8256630"/>
          </a:xfrm>
          <a:prstGeom prst="rect">
            <a:avLst/>
          </a:prstGeom>
        </p:spPr>
        <p:txBody>
          <a:bodyPr/>
          <a:lstStyle/>
          <a:p>
            <a:pPr/>
            <a:r>
              <a:t>スライドの箇条書きテキスト</a:t>
            </a:r>
          </a:p>
          <a:p>
            <a:pPr lvl="1"/>
            <a:r>
              <a:t/>
            </a:r>
          </a:p>
          <a:p>
            <a:pPr lvl="2"/>
            <a:r>
              <a:t/>
            </a:r>
          </a:p>
          <a:p>
            <a:pPr lvl="3"/>
            <a:r>
              <a:t/>
            </a:r>
          </a:p>
          <a:p>
            <a:pPr lvl="4"/>
            <a:r>
              <a:t/>
            </a:r>
          </a:p>
        </p:txBody>
      </p:sp>
      <p:sp>
        <p:nvSpPr>
          <p:cNvPr id="83" name="スライドのタイトル"/>
          <p:cNvSpPr txBox="1"/>
          <p:nvPr>
            <p:ph type="title" hasCustomPrompt="1"/>
          </p:nvPr>
        </p:nvSpPr>
        <p:spPr>
          <a:xfrm>
            <a:off x="1206500" y="1079500"/>
            <a:ext cx="9779000" cy="1435100"/>
          </a:xfrm>
          <a:prstGeom prst="rect">
            <a:avLst/>
          </a:prstGeom>
        </p:spPr>
        <p:txBody>
          <a:bodyPr/>
          <a:lstStyle/>
          <a:p>
            <a:pPr/>
            <a:r>
              <a:t>スライドのタイトル</a:t>
            </a:r>
          </a:p>
        </p:txBody>
      </p:sp>
      <p:sp>
        <p:nvSpPr>
          <p:cNvPr id="84"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セクション">
    <p:spTree>
      <p:nvGrpSpPr>
        <p:cNvPr id="1" name=""/>
        <p:cNvGrpSpPr/>
        <p:nvPr/>
      </p:nvGrpSpPr>
      <p:grpSpPr>
        <a:xfrm>
          <a:off x="0" y="0"/>
          <a:ext cx="0" cy="0"/>
          <a:chOff x="0" y="0"/>
          <a:chExt cx="0" cy="0"/>
        </a:xfrm>
      </p:grpSpPr>
      <p:sp>
        <p:nvSpPr>
          <p:cNvPr id="91" name="セクションタイトル"/>
          <p:cNvSpPr txBox="1"/>
          <p:nvPr>
            <p:ph type="title" hasCustomPrompt="1"/>
          </p:nvPr>
        </p:nvSpPr>
        <p:spPr>
          <a:xfrm>
            <a:off x="1206496" y="4533900"/>
            <a:ext cx="21971004" cy="4648200"/>
          </a:xfrm>
          <a:prstGeom prst="rect">
            <a:avLst/>
          </a:prstGeom>
        </p:spPr>
        <p:txBody>
          <a:bodyPr anchor="ctr"/>
          <a:lstStyle>
            <a:lvl1pPr>
              <a:defRPr spc="-232" sz="11600">
                <a:latin typeface="ヒラギノ角ゴ ProN W3"/>
                <a:ea typeface="ヒラギノ角ゴ ProN W3"/>
                <a:cs typeface="ヒラギノ角ゴ ProN W3"/>
                <a:sym typeface="ヒラギノ角ゴ ProN W3"/>
              </a:defRPr>
            </a:lvl1pPr>
          </a:lstStyle>
          <a:p>
            <a:pPr/>
            <a:r>
              <a:t>セクションタイトル</a:t>
            </a:r>
          </a:p>
        </p:txBody>
      </p:sp>
      <p:sp>
        <p:nvSpPr>
          <p:cNvPr id="92" name="スライド番号"/>
          <p:cNvSpPr txBox="1"/>
          <p:nvPr>
            <p:ph type="sldNum" sz="quarter" idx="2"/>
          </p:nvPr>
        </p:nvSpPr>
        <p:spPr>
          <a:xfrm>
            <a:off x="11978411" y="13129632"/>
            <a:ext cx="414681" cy="3302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タイトルのみ">
    <p:spTree>
      <p:nvGrpSpPr>
        <p:cNvPr id="1" name=""/>
        <p:cNvGrpSpPr/>
        <p:nvPr/>
      </p:nvGrpSpPr>
      <p:grpSpPr>
        <a:xfrm>
          <a:off x="0" y="0"/>
          <a:ext cx="0" cy="0"/>
          <a:chOff x="0" y="0"/>
          <a:chExt cx="0" cy="0"/>
        </a:xfrm>
      </p:grpSpPr>
      <p:sp>
        <p:nvSpPr>
          <p:cNvPr id="99" name="スライドのタイトル"/>
          <p:cNvSpPr txBox="1"/>
          <p:nvPr>
            <p:ph type="title" hasCustomPrompt="1"/>
          </p:nvPr>
        </p:nvSpPr>
        <p:spPr>
          <a:xfrm>
            <a:off x="1206500" y="1079500"/>
            <a:ext cx="21971000" cy="1434949"/>
          </a:xfrm>
          <a:prstGeom prst="rect">
            <a:avLst/>
          </a:prstGeom>
        </p:spPr>
        <p:txBody>
          <a:bodyPr/>
          <a:lstStyle/>
          <a:p>
            <a:pPr/>
            <a:r>
              <a:t>スライドのタイトル</a:t>
            </a:r>
          </a:p>
        </p:txBody>
      </p:sp>
      <p:sp>
        <p:nvSpPr>
          <p:cNvPr id="100" name="スライドのサブタイトル"/>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スライドのサブタイトル</a:t>
            </a:r>
          </a:p>
        </p:txBody>
      </p:sp>
      <p:sp>
        <p:nvSpPr>
          <p:cNvPr id="101"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議題">
    <p:spTree>
      <p:nvGrpSpPr>
        <p:cNvPr id="1" name=""/>
        <p:cNvGrpSpPr/>
        <p:nvPr/>
      </p:nvGrpSpPr>
      <p:grpSpPr>
        <a:xfrm>
          <a:off x="0" y="0"/>
          <a:ext cx="0" cy="0"/>
          <a:chOff x="0" y="0"/>
          <a:chExt cx="0" cy="0"/>
        </a:xfrm>
      </p:grpSpPr>
      <p:sp>
        <p:nvSpPr>
          <p:cNvPr id="108" name="議題のタイトル"/>
          <p:cNvSpPr txBox="1"/>
          <p:nvPr>
            <p:ph type="title" hasCustomPrompt="1"/>
          </p:nvPr>
        </p:nvSpPr>
        <p:spPr>
          <a:xfrm>
            <a:off x="1206500" y="1079500"/>
            <a:ext cx="21971000" cy="1435100"/>
          </a:xfrm>
          <a:prstGeom prst="rect">
            <a:avLst/>
          </a:prstGeom>
        </p:spPr>
        <p:txBody>
          <a:bodyPr/>
          <a:lstStyle/>
          <a:p>
            <a:pPr/>
            <a:r>
              <a:t>議題のタイトル</a:t>
            </a:r>
          </a:p>
        </p:txBody>
      </p:sp>
      <p:sp>
        <p:nvSpPr>
          <p:cNvPr id="109" name="議題のサブタイトル"/>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mn-lt"/>
                <a:ea typeface="+mn-ea"/>
                <a:cs typeface="+mn-cs"/>
                <a:sym typeface="ヒラギノ角ゴ ProN W6"/>
              </a:defRPr>
            </a:lvl1pPr>
          </a:lstStyle>
          <a:p>
            <a:pPr/>
            <a:r>
              <a:t>議題のサブタイトル</a:t>
            </a:r>
          </a:p>
        </p:txBody>
      </p:sp>
      <p:sp>
        <p:nvSpPr>
          <p:cNvPr id="110" name="本文レベル1…"/>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議題のトピック</a:t>
            </a:r>
          </a:p>
          <a:p>
            <a:pPr lvl="1"/>
            <a:r>
              <a:t/>
            </a:r>
          </a:p>
          <a:p>
            <a:pPr lvl="2"/>
            <a:r>
              <a:t/>
            </a:r>
          </a:p>
          <a:p>
            <a:pPr lvl="3"/>
            <a:r>
              <a:t/>
            </a:r>
          </a:p>
          <a:p>
            <a:pPr lvl="4"/>
            <a:r>
              <a:t/>
            </a:r>
          </a:p>
        </p:txBody>
      </p:sp>
      <p:sp>
        <p:nvSpPr>
          <p:cNvPr id="111"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ステートメント">
    <p:spTree>
      <p:nvGrpSpPr>
        <p:cNvPr id="1" name=""/>
        <p:cNvGrpSpPr/>
        <p:nvPr/>
      </p:nvGrpSpPr>
      <p:grpSpPr>
        <a:xfrm>
          <a:off x="0" y="0"/>
          <a:ext cx="0" cy="0"/>
          <a:chOff x="0" y="0"/>
          <a:chExt cx="0" cy="0"/>
        </a:xfrm>
      </p:grpSpPr>
      <p:sp>
        <p:nvSpPr>
          <p:cNvPr id="118" name="本文レベル1…"/>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vl1pPr>
            <a:lvl2pPr marL="0" indent="457200" algn="ctr">
              <a:lnSpc>
                <a:spcPct val="80000"/>
              </a:lnSpc>
              <a:spcBef>
                <a:spcPts val="0"/>
              </a:spcBef>
              <a:buSzTx/>
              <a:buNone/>
              <a:defRPr spc="-232" sz="11600"/>
            </a:lvl2pPr>
            <a:lvl3pPr marL="0" indent="914400" algn="ctr">
              <a:lnSpc>
                <a:spcPct val="80000"/>
              </a:lnSpc>
              <a:spcBef>
                <a:spcPts val="0"/>
              </a:spcBef>
              <a:buSzTx/>
              <a:buNone/>
              <a:defRPr spc="-232" sz="11600"/>
            </a:lvl3pPr>
            <a:lvl4pPr marL="0" indent="1371600" algn="ctr">
              <a:lnSpc>
                <a:spcPct val="80000"/>
              </a:lnSpc>
              <a:spcBef>
                <a:spcPts val="0"/>
              </a:spcBef>
              <a:buSzTx/>
              <a:buNone/>
              <a:defRPr spc="-232" sz="11600"/>
            </a:lvl4pPr>
            <a:lvl5pPr marL="0" indent="1828800" algn="ctr">
              <a:lnSpc>
                <a:spcPct val="80000"/>
              </a:lnSpc>
              <a:spcBef>
                <a:spcPts val="0"/>
              </a:spcBef>
              <a:buSzTx/>
              <a:buNone/>
              <a:defRPr spc="-232" sz="11600"/>
            </a:lvl5pPr>
          </a:lstStyle>
          <a:p>
            <a:pPr/>
            <a:r>
              <a:t>ステートメント</a:t>
            </a:r>
          </a:p>
          <a:p>
            <a:pPr lvl="1"/>
            <a:r>
              <a:t/>
            </a:r>
          </a:p>
          <a:p>
            <a:pPr lvl="2"/>
            <a:r>
              <a:t/>
            </a:r>
          </a:p>
          <a:p>
            <a:pPr lvl="3"/>
            <a:r>
              <a:t/>
            </a:r>
          </a:p>
          <a:p>
            <a:pPr lvl="4"/>
            <a:r>
              <a:t/>
            </a:r>
          </a:p>
        </p:txBody>
      </p:sp>
      <p:sp>
        <p:nvSpPr>
          <p:cNvPr id="119"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ビッグファクト">
    <p:spTree>
      <p:nvGrpSpPr>
        <p:cNvPr id="1" name=""/>
        <p:cNvGrpSpPr/>
        <p:nvPr/>
      </p:nvGrpSpPr>
      <p:grpSpPr>
        <a:xfrm>
          <a:off x="0" y="0"/>
          <a:ext cx="0" cy="0"/>
          <a:chOff x="0" y="0"/>
          <a:chExt cx="0" cy="0"/>
        </a:xfrm>
      </p:grpSpPr>
      <p:sp>
        <p:nvSpPr>
          <p:cNvPr id="126" name="本文レベル1…"/>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pc="-250" sz="25000">
                <a:latin typeface="+mn-lt"/>
                <a:ea typeface="+mn-ea"/>
                <a:cs typeface="+mn-cs"/>
                <a:sym typeface="ヒラギノ角ゴ ProN W6"/>
              </a:defRPr>
            </a:lvl1pPr>
            <a:lvl2pPr marL="0" indent="457200" algn="ctr">
              <a:lnSpc>
                <a:spcPct val="80000"/>
              </a:lnSpc>
              <a:spcBef>
                <a:spcPts val="0"/>
              </a:spcBef>
              <a:buSzTx/>
              <a:buNone/>
              <a:defRPr spc="-250" sz="25000">
                <a:latin typeface="+mn-lt"/>
                <a:ea typeface="+mn-ea"/>
                <a:cs typeface="+mn-cs"/>
                <a:sym typeface="ヒラギノ角ゴ ProN W6"/>
              </a:defRPr>
            </a:lvl2pPr>
            <a:lvl3pPr marL="0" indent="914400" algn="ctr">
              <a:lnSpc>
                <a:spcPct val="80000"/>
              </a:lnSpc>
              <a:spcBef>
                <a:spcPts val="0"/>
              </a:spcBef>
              <a:buSzTx/>
              <a:buNone/>
              <a:defRPr spc="-250" sz="25000">
                <a:latin typeface="+mn-lt"/>
                <a:ea typeface="+mn-ea"/>
                <a:cs typeface="+mn-cs"/>
                <a:sym typeface="ヒラギノ角ゴ ProN W6"/>
              </a:defRPr>
            </a:lvl3pPr>
            <a:lvl4pPr marL="0" indent="1371600" algn="ctr">
              <a:lnSpc>
                <a:spcPct val="80000"/>
              </a:lnSpc>
              <a:spcBef>
                <a:spcPts val="0"/>
              </a:spcBef>
              <a:buSzTx/>
              <a:buNone/>
              <a:defRPr spc="-250" sz="25000">
                <a:latin typeface="+mn-lt"/>
                <a:ea typeface="+mn-ea"/>
                <a:cs typeface="+mn-cs"/>
                <a:sym typeface="ヒラギノ角ゴ ProN W6"/>
              </a:defRPr>
            </a:lvl4pPr>
            <a:lvl5pPr marL="0" indent="1828800" algn="ctr">
              <a:lnSpc>
                <a:spcPct val="80000"/>
              </a:lnSpc>
              <a:spcBef>
                <a:spcPts val="0"/>
              </a:spcBef>
              <a:buSzTx/>
              <a:buNone/>
              <a:defRPr spc="-250" sz="25000">
                <a:latin typeface="+mn-lt"/>
                <a:ea typeface="+mn-ea"/>
                <a:cs typeface="+mn-cs"/>
                <a:sym typeface="ヒラギノ角ゴ ProN W6"/>
              </a:defRPr>
            </a:lvl5pPr>
          </a:lstStyle>
          <a:p>
            <a:pPr/>
            <a:r>
              <a:t>100%</a:t>
            </a:r>
          </a:p>
          <a:p>
            <a:pPr lvl="1"/>
            <a:r>
              <a:t/>
            </a:r>
          </a:p>
          <a:p>
            <a:pPr lvl="2"/>
            <a:r>
              <a:t/>
            </a:r>
          </a:p>
          <a:p>
            <a:pPr lvl="3"/>
            <a:r>
              <a:t/>
            </a:r>
          </a:p>
          <a:p>
            <a:pPr lvl="4"/>
            <a:r>
              <a:t/>
            </a:r>
          </a:p>
        </p:txBody>
      </p:sp>
      <p:sp>
        <p:nvSpPr>
          <p:cNvPr id="127" name="ファクト情報"/>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a:latin typeface="+mn-lt"/>
                <a:ea typeface="+mn-ea"/>
                <a:cs typeface="+mn-cs"/>
                <a:sym typeface="ヒラギノ角ゴ ProN W6"/>
              </a:defRPr>
            </a:lvl1pPr>
          </a:lstStyle>
          <a:p>
            <a:pPr/>
            <a:r>
              <a:t>ファクト情報</a:t>
            </a:r>
          </a:p>
        </p:txBody>
      </p:sp>
      <p:sp>
        <p:nvSpPr>
          <p:cNvPr id="128"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引用">
    <p:spTree>
      <p:nvGrpSpPr>
        <p:cNvPr id="1" name=""/>
        <p:cNvGrpSpPr/>
        <p:nvPr/>
      </p:nvGrpSpPr>
      <p:grpSpPr>
        <a:xfrm>
          <a:off x="0" y="0"/>
          <a:ext cx="0" cy="0"/>
          <a:chOff x="0" y="0"/>
          <a:chExt cx="0" cy="0"/>
        </a:xfrm>
      </p:grpSpPr>
      <p:sp>
        <p:nvSpPr>
          <p:cNvPr id="135" name="属性"/>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a:latin typeface="+mn-lt"/>
                <a:ea typeface="+mn-ea"/>
                <a:cs typeface="+mn-cs"/>
                <a:sym typeface="ヒラギノ角ゴ ProN W6"/>
              </a:defRPr>
            </a:lvl1pPr>
          </a:lstStyle>
          <a:p>
            <a:pPr/>
            <a:r>
              <a:t>属性</a:t>
            </a:r>
          </a:p>
        </p:txBody>
      </p:sp>
      <p:sp>
        <p:nvSpPr>
          <p:cNvPr id="136" name="本文レベル1…"/>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vl1pPr>
            <a:lvl2pPr marL="638923" indent="-12700">
              <a:spcBef>
                <a:spcPts val="0"/>
              </a:spcBef>
              <a:buSzTx/>
              <a:buNone/>
              <a:defRPr spc="-170" sz="8500"/>
            </a:lvl2pPr>
            <a:lvl3pPr marL="638923" indent="444500">
              <a:spcBef>
                <a:spcPts val="0"/>
              </a:spcBef>
              <a:buSzTx/>
              <a:buNone/>
              <a:defRPr spc="-170" sz="8500"/>
            </a:lvl3pPr>
            <a:lvl4pPr marL="638923" indent="901700">
              <a:spcBef>
                <a:spcPts val="0"/>
              </a:spcBef>
              <a:buSzTx/>
              <a:buNone/>
              <a:defRPr spc="-170" sz="8500"/>
            </a:lvl4pPr>
            <a:lvl5pPr marL="638923" indent="1358900">
              <a:spcBef>
                <a:spcPts val="0"/>
              </a:spcBef>
              <a:buSzTx/>
              <a:buNone/>
              <a:defRPr spc="-170" sz="8500"/>
            </a:lvl5pPr>
          </a:lstStyle>
          <a:p>
            <a:pPr/>
            <a:r>
              <a:t>“重要な引用”</a:t>
            </a:r>
          </a:p>
          <a:p>
            <a:pPr lvl="1"/>
            <a:r>
              <a:t/>
            </a:r>
          </a:p>
          <a:p>
            <a:pPr lvl="2"/>
            <a:r>
              <a:t/>
            </a:r>
          </a:p>
          <a:p>
            <a:pPr lvl="3"/>
            <a:r>
              <a:t/>
            </a:r>
          </a:p>
          <a:p>
            <a:pPr lvl="4"/>
            <a:r>
              <a:t/>
            </a:r>
          </a:p>
        </p:txBody>
      </p:sp>
      <p:sp>
        <p:nvSpPr>
          <p:cNvPr id="137"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画像（3点）">
    <p:spTree>
      <p:nvGrpSpPr>
        <p:cNvPr id="1" name=""/>
        <p:cNvGrpSpPr/>
        <p:nvPr/>
      </p:nvGrpSpPr>
      <p:grpSpPr>
        <a:xfrm>
          <a:off x="0" y="0"/>
          <a:ext cx="0" cy="0"/>
          <a:chOff x="0" y="0"/>
          <a:chExt cx="0" cy="0"/>
        </a:xfrm>
      </p:grpSpPr>
      <p:sp>
        <p:nvSpPr>
          <p:cNvPr id="144" name="炒飯、ゆで卵、箸が添えられたボウル1杯のサラダ"/>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サーモンケーキ、サラダ、フムスが入ったボウル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パセリバター、煎りヘーゼルナッツ、削ったパルメザンチーズがかかったパッパルデッレパスタ1皿"/>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写真">
    <p:spTree>
      <p:nvGrpSpPr>
        <p:cNvPr id="1" name=""/>
        <p:cNvGrpSpPr/>
        <p:nvPr/>
      </p:nvGrpSpPr>
      <p:grpSpPr>
        <a:xfrm>
          <a:off x="0" y="0"/>
          <a:ext cx="0" cy="0"/>
          <a:chOff x="0" y="0"/>
          <a:chExt cx="0" cy="0"/>
        </a:xfrm>
      </p:grpSpPr>
      <p:sp>
        <p:nvSpPr>
          <p:cNvPr id="154" name="炒飯、ゆで卵、箸が添えられたボウル1杯のサラダ"/>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スライド番号"/>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162"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スライドのタイトル"/>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スライドのタイトル</a:t>
            </a:r>
          </a:p>
        </p:txBody>
      </p:sp>
      <p:sp>
        <p:nvSpPr>
          <p:cNvPr id="3" name="本文レベル1…"/>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スライドの箇条書きテキスト</a:t>
            </a:r>
          </a:p>
          <a:p>
            <a:pPr lvl="1"/>
            <a:r>
              <a:t/>
            </a:r>
          </a:p>
          <a:p>
            <a:pPr lvl="2"/>
            <a:r>
              <a:t/>
            </a:r>
          </a:p>
          <a:p>
            <a:pPr lvl="3"/>
            <a:r>
              <a:t/>
            </a:r>
          </a:p>
          <a:p>
            <a:pPr lvl="4"/>
            <a:r>
              <a:t/>
            </a:r>
          </a:p>
        </p:txBody>
      </p:sp>
      <p:sp>
        <p:nvSpPr>
          <p:cNvPr id="4" name="スライド番号"/>
          <p:cNvSpPr txBox="1"/>
          <p:nvPr>
            <p:ph type="sldNum" sz="quarter" idx="2"/>
          </p:nvPr>
        </p:nvSpPr>
        <p:spPr>
          <a:xfrm>
            <a:off x="11978411" y="13125399"/>
            <a:ext cx="414681" cy="3302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1pPr>
      <a:lvl2pPr marL="0" marR="0" indent="4572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2pPr>
      <a:lvl3pPr marL="0" marR="0" indent="9144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3pPr>
      <a:lvl4pPr marL="0" marR="0" indent="13716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4pPr>
      <a:lvl5pPr marL="0" marR="0" indent="18288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5pPr>
      <a:lvl6pPr marL="0" marR="0" indent="22860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6pPr>
      <a:lvl7pPr marL="0" marR="0" indent="27432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7pPr>
      <a:lvl8pPr marL="0" marR="0" indent="32004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8pPr>
      <a:lvl9pPr marL="0" marR="0" indent="3657600" algn="l" defTabSz="2438338" rtl="0" latinLnBrk="0">
        <a:lnSpc>
          <a:spcPct val="80000"/>
        </a:lnSpc>
        <a:spcBef>
          <a:spcPts val="0"/>
        </a:spcBef>
        <a:spcAft>
          <a:spcPts val="0"/>
        </a:spcAft>
        <a:buClrTx/>
        <a:buSzTx/>
        <a:buFontTx/>
        <a:buNone/>
        <a:tabLst/>
        <a:defRPr b="0" baseline="0" cap="none" i="0" spc="-170" strike="noStrike" sz="8500" u="none">
          <a:solidFill>
            <a:srgbClr val="000000"/>
          </a:solidFill>
          <a:uFillTx/>
          <a:latin typeface="+mn-lt"/>
          <a:ea typeface="+mn-ea"/>
          <a:cs typeface="+mn-cs"/>
          <a:sym typeface="ヒラギノ角ゴ ProN W6"/>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ヒラギノ角ゴ ProN W3"/>
          <a:ea typeface="ヒラギノ角ゴ ProN W3"/>
          <a:cs typeface="ヒラギノ角ゴ ProN W3"/>
          <a:sym typeface="ヒラギノ角ゴ ProN W3"/>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ヒラギノ角ゴ ProN W3"/>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作者と日付"/>
          <p:cNvSpPr txBox="1"/>
          <p:nvPr>
            <p:ph type="body" idx="21"/>
          </p:nvPr>
        </p:nvSpPr>
        <p:spPr>
          <a:prstGeom prst="rect">
            <a:avLst/>
          </a:prstGeom>
        </p:spPr>
        <p:txBody>
          <a:bodyPr/>
          <a:lstStyle/>
          <a:p>
            <a:pPr/>
          </a:p>
        </p:txBody>
      </p:sp>
      <p:sp>
        <p:nvSpPr>
          <p:cNvPr id="172" name="腰部脊柱管狭窄症 初期評価発表"/>
          <p:cNvSpPr txBox="1"/>
          <p:nvPr>
            <p:ph type="ctrTitle"/>
          </p:nvPr>
        </p:nvSpPr>
        <p:spPr>
          <a:prstGeom prst="rect">
            <a:avLst/>
          </a:prstGeom>
        </p:spPr>
        <p:txBody>
          <a:bodyPr/>
          <a:lstStyle/>
          <a:p>
            <a:pPr/>
            <a:r>
              <a:t>腰部脊柱管狭窄症 初期評価発表</a:t>
            </a:r>
          </a:p>
        </p:txBody>
      </p:sp>
      <p:sp>
        <p:nvSpPr>
          <p:cNvPr id="173" name="pt-case-presentation"/>
          <p:cNvSpPr txBox="1"/>
          <p:nvPr>
            <p:ph type="subTitle" sz="quarter" idx="1"/>
          </p:nvPr>
        </p:nvSpPr>
        <p:spPr>
          <a:prstGeom prst="rect">
            <a:avLst/>
          </a:prstGeom>
        </p:spPr>
        <p:txBody>
          <a:bodyPr/>
          <a:lstStyle/>
          <a:p>
            <a:pPr/>
            <a:r>
              <a:t>pt-case-presentation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作者と日付"/>
          <p:cNvSpPr txBox="1"/>
          <p:nvPr>
            <p:ph type="body" idx="21"/>
          </p:nvPr>
        </p:nvSpPr>
        <p:spPr>
          <a:prstGeom prst="rect">
            <a:avLst/>
          </a:prstGeom>
        </p:spPr>
        <p:txBody>
          <a:bodyPr/>
          <a:lstStyle/>
          <a:p>
            <a:pPr/>
          </a:p>
        </p:txBody>
      </p:sp>
      <p:sp>
        <p:nvSpPr>
          <p:cNvPr id="176" name="症例紹介"/>
          <p:cNvSpPr txBox="1"/>
          <p:nvPr>
            <p:ph type="ctrTitle"/>
          </p:nvPr>
        </p:nvSpPr>
        <p:spPr>
          <a:prstGeom prst="rect">
            <a:avLst/>
          </a:prstGeom>
        </p:spPr>
        <p:txBody>
          <a:bodyPr/>
          <a:lstStyle/>
          <a:p>
            <a:pPr/>
            <a:r>
              <a:t>症例紹介</a:t>
            </a:r>
          </a:p>
        </p:txBody>
      </p:sp>
      <p:sp>
        <p:nvSpPr>
          <p:cNvPr id="177" name="• 腰部脊柱管狭窄症…"/>
          <p:cNvSpPr txBox="1"/>
          <p:nvPr>
            <p:ph type="subTitle" sz="quarter" idx="1"/>
          </p:nvPr>
        </p:nvSpPr>
        <p:spPr>
          <a:prstGeom prst="rect">
            <a:avLst/>
          </a:prstGeom>
        </p:spPr>
        <p:txBody>
          <a:bodyPr/>
          <a:lstStyle/>
          <a:p>
            <a:pPr defTabSz="379729">
              <a:defRPr sz="2530"/>
            </a:pPr>
            <a:r>
              <a:t>• 腰部脊柱管狭窄症</a:t>
            </a:r>
          </a:p>
          <a:p>
            <a:pPr defTabSz="379729">
              <a:defRPr sz="2530"/>
            </a:pPr>
            <a:r>
              <a:t>• 70歳男性</a:t>
            </a:r>
          </a:p>
          <a:p>
            <a:pPr defTabSz="379729">
              <a:defRPr sz="2530"/>
            </a:pPr>
            <a:r>
              <a:t>• 保存療法中</a:t>
            </a:r>
          </a:p>
          <a:p>
            <a:pPr defTabSz="379729">
              <a:defRPr sz="2530"/>
            </a:pPr>
            <a:r>
              <a:t>• 独居、通院に地下鉄・バス利用必要</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作者と日付"/>
          <p:cNvSpPr txBox="1"/>
          <p:nvPr>
            <p:ph type="body" idx="21"/>
          </p:nvPr>
        </p:nvSpPr>
        <p:spPr>
          <a:prstGeom prst="rect">
            <a:avLst/>
          </a:prstGeom>
        </p:spPr>
        <p:txBody>
          <a:bodyPr/>
          <a:lstStyle/>
          <a:p>
            <a:pPr/>
          </a:p>
        </p:txBody>
      </p:sp>
      <p:sp>
        <p:nvSpPr>
          <p:cNvPr id="180" name="主訴と目標"/>
          <p:cNvSpPr txBox="1"/>
          <p:nvPr>
            <p:ph type="ctrTitle"/>
          </p:nvPr>
        </p:nvSpPr>
        <p:spPr>
          <a:prstGeom prst="rect">
            <a:avLst/>
          </a:prstGeom>
        </p:spPr>
        <p:txBody>
          <a:bodyPr/>
          <a:lstStyle/>
          <a:p>
            <a:pPr/>
            <a:r>
              <a:t>主訴と目標</a:t>
            </a:r>
          </a:p>
        </p:txBody>
      </p:sp>
      <p:sp>
        <p:nvSpPr>
          <p:cNvPr id="181" name="• 主訴: 一人で歩けない…"/>
          <p:cNvSpPr txBox="1"/>
          <p:nvPr>
            <p:ph type="subTitle" sz="quarter" idx="1"/>
          </p:nvPr>
        </p:nvSpPr>
        <p:spPr>
          <a:prstGeom prst="rect">
            <a:avLst/>
          </a:prstGeom>
        </p:spPr>
        <p:txBody>
          <a:bodyPr/>
          <a:lstStyle/>
          <a:p>
            <a:pPr defTabSz="536575">
              <a:defRPr sz="3575"/>
            </a:pPr>
            <a:r>
              <a:t>• 主訴: 一人で歩けない</a:t>
            </a:r>
          </a:p>
          <a:p>
            <a:pPr defTabSz="536575">
              <a:defRPr sz="3575"/>
            </a:pPr>
            <a:r>
              <a:t>• 患者目標: 杖または歩行器で屋外歩行自立</a:t>
            </a:r>
          </a:p>
          <a:p>
            <a:pPr defTabSz="536575">
              <a:defRPr sz="3575"/>
            </a:pPr>
            <a:r>
              <a:t>• 現在は車椅子移動自立</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作者と日付"/>
          <p:cNvSpPr txBox="1"/>
          <p:nvPr>
            <p:ph type="body" idx="21"/>
          </p:nvPr>
        </p:nvSpPr>
        <p:spPr>
          <a:prstGeom prst="rect">
            <a:avLst/>
          </a:prstGeom>
        </p:spPr>
        <p:txBody>
          <a:bodyPr/>
          <a:lstStyle/>
          <a:p>
            <a:pPr/>
          </a:p>
        </p:txBody>
      </p:sp>
      <p:sp>
        <p:nvSpPr>
          <p:cNvPr id="184" name="評価所見"/>
          <p:cNvSpPr txBox="1"/>
          <p:nvPr>
            <p:ph type="ctrTitle"/>
          </p:nvPr>
        </p:nvSpPr>
        <p:spPr>
          <a:prstGeom prst="rect">
            <a:avLst/>
          </a:prstGeom>
        </p:spPr>
        <p:txBody>
          <a:bodyPr/>
          <a:lstStyle/>
          <a:p>
            <a:pPr/>
            <a:r>
              <a:t>評価所見</a:t>
            </a:r>
          </a:p>
        </p:txBody>
      </p:sp>
      <p:sp>
        <p:nvSpPr>
          <p:cNvPr id="185" name="• 起居時腰痛…"/>
          <p:cNvSpPr txBox="1"/>
          <p:nvPr>
            <p:ph type="subTitle" sz="quarter" idx="1"/>
          </p:nvPr>
        </p:nvSpPr>
        <p:spPr>
          <a:prstGeom prst="rect">
            <a:avLst/>
          </a:prstGeom>
        </p:spPr>
        <p:txBody>
          <a:bodyPr/>
          <a:lstStyle/>
          <a:p>
            <a:pPr defTabSz="330200">
              <a:defRPr sz="2200"/>
            </a:pPr>
            <a:r>
              <a:t>• 起居時腰痛</a:t>
            </a:r>
          </a:p>
          <a:p>
            <a:pPr defTabSz="330200">
              <a:defRPr sz="2200"/>
            </a:pPr>
            <a:r>
              <a:t>• 左股関節屈曲制限</a:t>
            </a:r>
          </a:p>
          <a:p>
            <a:pPr defTabSz="330200">
              <a:defRPr sz="2200"/>
            </a:pPr>
            <a:r>
              <a:t>• 左下肢MMT4</a:t>
            </a:r>
          </a:p>
          <a:p>
            <a:pPr defTabSz="330200">
              <a:defRPr sz="2200"/>
            </a:pPr>
            <a:r>
              <a:t>• FBS24点</a:t>
            </a:r>
          </a:p>
          <a:p>
            <a:pPr defTabSz="330200">
              <a:defRPr sz="2200"/>
            </a:pPr>
            <a:r>
              <a:t>• 左下肢表在感覚中等度鈍麻</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作者と日付"/>
          <p:cNvSpPr txBox="1"/>
          <p:nvPr>
            <p:ph type="body" idx="21"/>
          </p:nvPr>
        </p:nvSpPr>
        <p:spPr>
          <a:prstGeom prst="rect">
            <a:avLst/>
          </a:prstGeom>
        </p:spPr>
        <p:txBody>
          <a:bodyPr/>
          <a:lstStyle/>
          <a:p>
            <a:pPr/>
          </a:p>
        </p:txBody>
      </p:sp>
      <p:sp>
        <p:nvSpPr>
          <p:cNvPr id="188" name="歩行の特徴と注意点"/>
          <p:cNvSpPr txBox="1"/>
          <p:nvPr>
            <p:ph type="ctrTitle"/>
          </p:nvPr>
        </p:nvSpPr>
        <p:spPr>
          <a:prstGeom prst="rect">
            <a:avLst/>
          </a:prstGeom>
        </p:spPr>
        <p:txBody>
          <a:bodyPr/>
          <a:lstStyle/>
          <a:p>
            <a:pPr/>
            <a:r>
              <a:t>歩行の特徴と注意点</a:t>
            </a:r>
          </a:p>
        </p:txBody>
      </p:sp>
      <p:sp>
        <p:nvSpPr>
          <p:cNvPr id="189" name="• 歩行時左膝back knee…"/>
          <p:cNvSpPr txBox="1"/>
          <p:nvPr>
            <p:ph type="subTitle" sz="quarter" idx="1"/>
          </p:nvPr>
        </p:nvSpPr>
        <p:spPr>
          <a:prstGeom prst="rect">
            <a:avLst/>
          </a:prstGeom>
        </p:spPr>
        <p:txBody>
          <a:bodyPr/>
          <a:lstStyle/>
          <a:p>
            <a:pPr defTabSz="379729">
              <a:defRPr sz="2530"/>
            </a:pPr>
            <a:r>
              <a:t>• 歩行時左膝back knee</a:t>
            </a:r>
          </a:p>
          <a:p>
            <a:pPr defTabSz="379729">
              <a:defRPr sz="2530"/>
            </a:pPr>
            <a:r>
              <a:t>• 大腿四頭筋代償あり</a:t>
            </a:r>
          </a:p>
          <a:p>
            <a:pPr defTabSz="379729">
              <a:defRPr sz="2530"/>
            </a:pPr>
            <a:r>
              <a:t>• コルセット着用</a:t>
            </a:r>
          </a:p>
          <a:p>
            <a:pPr defTabSz="379729">
              <a:defRPr sz="2530"/>
            </a:pPr>
            <a:r>
              <a:t>• 左下肢DVTあり</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作者と日付"/>
          <p:cNvSpPr txBox="1"/>
          <p:nvPr>
            <p:ph type="body" idx="21"/>
          </p:nvPr>
        </p:nvSpPr>
        <p:spPr>
          <a:prstGeom prst="rect">
            <a:avLst/>
          </a:prstGeom>
        </p:spPr>
        <p:txBody>
          <a:bodyPr/>
          <a:lstStyle/>
          <a:p>
            <a:pPr/>
          </a:p>
        </p:txBody>
      </p:sp>
      <p:sp>
        <p:nvSpPr>
          <p:cNvPr id="192" name="問題点"/>
          <p:cNvSpPr txBox="1"/>
          <p:nvPr>
            <p:ph type="ctrTitle"/>
          </p:nvPr>
        </p:nvSpPr>
        <p:spPr>
          <a:prstGeom prst="rect">
            <a:avLst/>
          </a:prstGeom>
        </p:spPr>
        <p:txBody>
          <a:bodyPr/>
          <a:lstStyle/>
          <a:p>
            <a:pPr/>
            <a:r>
              <a:t>問題点</a:t>
            </a:r>
          </a:p>
        </p:txBody>
      </p:sp>
      <p:sp>
        <p:nvSpPr>
          <p:cNvPr id="193" name="• 左下肢支持性低下…"/>
          <p:cNvSpPr txBox="1"/>
          <p:nvPr>
            <p:ph type="subTitle" sz="quarter" idx="1"/>
          </p:nvPr>
        </p:nvSpPr>
        <p:spPr>
          <a:prstGeom prst="rect">
            <a:avLst/>
          </a:prstGeom>
        </p:spPr>
        <p:txBody>
          <a:bodyPr/>
          <a:lstStyle/>
          <a:p>
            <a:pPr defTabSz="330200">
              <a:defRPr sz="2200"/>
            </a:pPr>
            <a:r>
              <a:t>• 左下肢支持性低下</a:t>
            </a:r>
          </a:p>
          <a:p>
            <a:pPr defTabSz="330200">
              <a:defRPr sz="2200"/>
            </a:pPr>
            <a:r>
              <a:t>• 感覚入力低下</a:t>
            </a:r>
          </a:p>
          <a:p>
            <a:pPr defTabSz="330200">
              <a:defRPr sz="2200"/>
            </a:pPr>
            <a:r>
              <a:t>• バランス低下</a:t>
            </a:r>
          </a:p>
          <a:p>
            <a:pPr defTabSz="330200">
              <a:defRPr sz="2200"/>
            </a:pPr>
            <a:r>
              <a:t>• 歩行効率と安全性低下</a:t>
            </a:r>
          </a:p>
          <a:p>
            <a:pPr defTabSz="330200">
              <a:defRPr sz="2200"/>
            </a:pPr>
            <a:r>
              <a:t>• 屋外移動能力不足</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作者と日付"/>
          <p:cNvSpPr txBox="1"/>
          <p:nvPr>
            <p:ph type="body" idx="21"/>
          </p:nvPr>
        </p:nvSpPr>
        <p:spPr>
          <a:prstGeom prst="rect">
            <a:avLst/>
          </a:prstGeom>
        </p:spPr>
        <p:txBody>
          <a:bodyPr/>
          <a:lstStyle/>
          <a:p>
            <a:pPr/>
          </a:p>
        </p:txBody>
      </p:sp>
      <p:sp>
        <p:nvSpPr>
          <p:cNvPr id="196" name="統合と解釈"/>
          <p:cNvSpPr txBox="1"/>
          <p:nvPr>
            <p:ph type="ctrTitle"/>
          </p:nvPr>
        </p:nvSpPr>
        <p:spPr>
          <a:prstGeom prst="rect">
            <a:avLst/>
          </a:prstGeom>
        </p:spPr>
        <p:txBody>
          <a:bodyPr/>
          <a:lstStyle/>
          <a:p>
            <a:pPr/>
            <a:r>
              <a:t>統合と解釈</a:t>
            </a:r>
          </a:p>
        </p:txBody>
      </p:sp>
      <p:sp>
        <p:nvSpPr>
          <p:cNvPr id="197" name="• 支持性低下と感覚低下が歩行不安定性に関与…"/>
          <p:cNvSpPr txBox="1"/>
          <p:nvPr>
            <p:ph type="subTitle" sz="quarter" idx="1"/>
          </p:nvPr>
        </p:nvSpPr>
        <p:spPr>
          <a:prstGeom prst="rect">
            <a:avLst/>
          </a:prstGeom>
        </p:spPr>
        <p:txBody>
          <a:bodyPr/>
          <a:lstStyle/>
          <a:p>
            <a:pPr defTabSz="536575">
              <a:defRPr sz="3575"/>
            </a:pPr>
            <a:r>
              <a:t>• 支持性低下と感覚低下が歩行不安定性に関与</a:t>
            </a:r>
          </a:p>
          <a:p>
            <a:pPr defTabSz="536575">
              <a:defRPr sz="3575"/>
            </a:pPr>
            <a:r>
              <a:t>• back kneeが代償として出現</a:t>
            </a:r>
          </a:p>
          <a:p>
            <a:pPr defTabSz="536575">
              <a:defRPr sz="3575"/>
            </a:pPr>
            <a:r>
              <a:t>• 実用的屋外歩行獲得が重要課題</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作者と日付"/>
          <p:cNvSpPr txBox="1"/>
          <p:nvPr>
            <p:ph type="body" idx="21"/>
          </p:nvPr>
        </p:nvSpPr>
        <p:spPr>
          <a:prstGeom prst="rect">
            <a:avLst/>
          </a:prstGeom>
        </p:spPr>
        <p:txBody>
          <a:bodyPr/>
          <a:lstStyle/>
          <a:p>
            <a:pPr/>
          </a:p>
        </p:txBody>
      </p:sp>
      <p:sp>
        <p:nvSpPr>
          <p:cNvPr id="200" name="現在の治療と根拠"/>
          <p:cNvSpPr txBox="1"/>
          <p:nvPr>
            <p:ph type="ctrTitle"/>
          </p:nvPr>
        </p:nvSpPr>
        <p:spPr>
          <a:prstGeom prst="rect">
            <a:avLst/>
          </a:prstGeom>
        </p:spPr>
        <p:txBody>
          <a:bodyPr/>
          <a:lstStyle/>
          <a:p>
            <a:pPr/>
            <a:r>
              <a:t>現在の治療と根拠</a:t>
            </a:r>
          </a:p>
        </p:txBody>
      </p:sp>
      <p:sp>
        <p:nvSpPr>
          <p:cNvPr id="201" name="• 裸足立位バランス練習: 立位制御改善…"/>
          <p:cNvSpPr txBox="1"/>
          <p:nvPr>
            <p:ph type="subTitle" sz="quarter" idx="1"/>
          </p:nvPr>
        </p:nvSpPr>
        <p:spPr>
          <a:prstGeom prst="rect">
            <a:avLst/>
          </a:prstGeom>
        </p:spPr>
        <p:txBody>
          <a:bodyPr/>
          <a:lstStyle/>
          <a:p>
            <a:pPr defTabSz="330200">
              <a:defRPr sz="2200"/>
            </a:pPr>
            <a:r>
              <a:t>• 裸足立位バランス練習: 立位制御改善</a:t>
            </a:r>
          </a:p>
          <a:p>
            <a:pPr defTabSz="330200">
              <a:defRPr sz="2200"/>
            </a:pPr>
            <a:r>
              <a:t>• 裸足立位バランス練習: 感覚入力活用</a:t>
            </a:r>
          </a:p>
          <a:p>
            <a:pPr defTabSz="330200">
              <a:defRPr sz="2200"/>
            </a:pPr>
            <a:r>
              <a:t>• エルゴメーター: 活動量確保</a:t>
            </a:r>
          </a:p>
          <a:p>
            <a:pPr defTabSz="330200">
              <a:defRPr sz="2200"/>
            </a:pPr>
            <a:r>
              <a:t>• エルゴメーター: 持久性改善</a:t>
            </a:r>
          </a:p>
          <a:p>
            <a:pPr defTabSz="330200">
              <a:defRPr sz="2200"/>
            </a:pPr>
            <a:r>
              <a:t>• LSSでは監視下運動療法やサイクリングを含む介入で機能改善報告あり</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作者と日付"/>
          <p:cNvSpPr txBox="1"/>
          <p:nvPr>
            <p:ph type="body" idx="21"/>
          </p:nvPr>
        </p:nvSpPr>
        <p:spPr>
          <a:prstGeom prst="rect">
            <a:avLst/>
          </a:prstGeom>
        </p:spPr>
        <p:txBody>
          <a:bodyPr/>
          <a:lstStyle/>
          <a:p>
            <a:pPr/>
          </a:p>
        </p:txBody>
      </p:sp>
      <p:sp>
        <p:nvSpPr>
          <p:cNvPr id="204" name="治療方針と目標"/>
          <p:cNvSpPr txBox="1"/>
          <p:nvPr>
            <p:ph type="ctrTitle"/>
          </p:nvPr>
        </p:nvSpPr>
        <p:spPr>
          <a:prstGeom prst="rect">
            <a:avLst/>
          </a:prstGeom>
        </p:spPr>
        <p:txBody>
          <a:bodyPr/>
          <a:lstStyle/>
          <a:p>
            <a:pPr/>
            <a:r>
              <a:t>治療方針と目標</a:t>
            </a:r>
          </a:p>
        </p:txBody>
      </p:sp>
      <p:sp>
        <p:nvSpPr>
          <p:cNvPr id="205" name="• 安全管理を最優先…"/>
          <p:cNvSpPr txBox="1"/>
          <p:nvPr>
            <p:ph type="subTitle" sz="quarter" idx="1"/>
          </p:nvPr>
        </p:nvSpPr>
        <p:spPr>
          <a:prstGeom prst="rect">
            <a:avLst/>
          </a:prstGeom>
        </p:spPr>
        <p:txBody>
          <a:bodyPr/>
          <a:lstStyle/>
          <a:p>
            <a:pPr defTabSz="330200">
              <a:defRPr sz="2200"/>
            </a:pPr>
            <a:r>
              <a:t>• 安全管理を最優先</a:t>
            </a:r>
          </a:p>
          <a:p>
            <a:pPr defTabSz="330200">
              <a:defRPr sz="2200"/>
            </a:pPr>
            <a:r>
              <a:t>• 左下肢支持性向上</a:t>
            </a:r>
          </a:p>
          <a:p>
            <a:pPr defTabSz="330200">
              <a:defRPr sz="2200"/>
            </a:pPr>
            <a:r>
              <a:t>• バランス改善</a:t>
            </a:r>
          </a:p>
          <a:p>
            <a:pPr defTabSz="330200">
              <a:defRPr sz="2200"/>
            </a:pPr>
            <a:r>
              <a:t>• 歩行代償軽減</a:t>
            </a:r>
          </a:p>
          <a:p>
            <a:pPr defTabSz="330200">
              <a:defRPr sz="2200"/>
            </a:pPr>
            <a:r>
              <a:t>• 杖または歩行器での屋外歩行自立を目指す</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ヒラギノ角ゴ ProN W6"/>
        <a:ea typeface="ヒラギノ角ゴ ProN W6"/>
        <a:cs typeface="ヒラギノ角ゴ ProN W6"/>
      </a:majorFont>
      <a:minorFont>
        <a:latin typeface="ヒラギノ角ゴ ProN W6"/>
        <a:ea typeface="ヒラギノ角ゴ ProN W6"/>
        <a:cs typeface="ヒラギノ角ゴ ProN W6"/>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ヒラギノ角ゴ ProN W6"/>
        <a:ea typeface="ヒラギノ角ゴ ProN W6"/>
        <a:cs typeface="ヒラギノ角ゴ ProN W6"/>
      </a:majorFont>
      <a:minorFont>
        <a:latin typeface="ヒラギノ角ゴ ProN W6"/>
        <a:ea typeface="ヒラギノ角ゴ ProN W6"/>
        <a:cs typeface="ヒラギノ角ゴ ProN W6"/>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